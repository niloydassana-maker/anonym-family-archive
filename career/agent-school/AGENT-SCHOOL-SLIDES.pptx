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SESSION 1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8"/>
                </a:solidFill>
                <a:latin typeface="Calibri"/>
              </a:rPr>
              <a:t>What an Agent Really Is — and why the next 4 Sundays will change how you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9E6A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9E6A"/>
                </a:solidFill>
                <a:latin typeface="Calibri"/>
              </a:rPr>
              <a:t>SESSION 1 OF 4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What an Agent Really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51760"/>
            <a:ext cx="2011680" cy="64008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The promise: a working agent by Day 30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AI vs Agent — brain + tools + loop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Real examples you already use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A LIVE demo on WhatsApp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The anatomy, piece by piece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Homework: your 3 wish-tasks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THE DEAL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The Promise of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By Day 30 you will have a working agent of your own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will live where you already live: WhatsApp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Zero-cost stack — no server bills while you learn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Every class: concept, live demo, hands-on homework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prior coding needed — pseudocode first, code later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you do the homework, you cannot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CONCEPT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AI vs Agent — the Real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AI (a chat) answers when you ask — then it sleeps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An Agent has a goal and works until it is done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A6473"/>
                </a:solidFill>
                <a:latin typeface="Calibri"/>
              </a:rPr>
              <a:t>      –  Brain: the model that reasons and decides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A6473"/>
                </a:solidFill>
                <a:latin typeface="Calibri"/>
              </a:rPr>
              <a:t>      –  Tools: hands that send, read, search, calculate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A6473"/>
                </a:solidFill>
                <a:latin typeface="Calibri"/>
              </a:rPr>
              <a:t>      –  Loop: think → act → observe → repeat until goal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Chat = a consultant. Agent = an employee.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ANATOMY 1/3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The Brain —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brain reads the goal and decides the next step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plans: what to do first, what to check after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writes the messages, summaries, and replies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does not act by itself — it only thinks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Same brain, different tools = different jobs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will swap brains later without rebuilding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ANATOMY 2/3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The Tools — the Hands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tool is a function the agent may call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send_whatsapp(number, text) — it can talk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read_file(path) — it can read your files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search_web(query) — it can look things up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Tools are what turn thinking into action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Rule: give it only the tools the job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ANATOMY 3/3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The Loop — the Heartbeat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1. GOAL — what does 'done' look like?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2. THINK — what is my next single step?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3. ACT — call one tool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4. OBSERVE — what came back? success or error?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5. REPEAT — until the goal is met or I must stop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loop is why an agent feels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THE FORMULA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Brain + Tools + Loop =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Brain alone: a clever chatbot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Tools alone: unused machinery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Loop alone: a fan spinning in place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Together: something that finishes work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Every agent you will ever build is this recipe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Master this picture — everything else is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EXAMPLES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Real Examples — You Already Met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customer-reply agent that answers at 2 AM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lead agent that follows up until it gets an answer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documents agent that reads invoices and fills sheets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booking agent that checks, compares, and confirms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reminder agent that nags politely and on time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Same anatomy in all five — only tools differ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HONEST TALK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What Agents Are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 a human — it will make confident mistakes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 magic — it is a loop you can read and fix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 autonomous by default — YOU set the guardrails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 a replacement for judgment — it is a lever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 expensive — the stack in this course is zero-cost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 scary once you can see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BEFORE THE DEMO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House Rules for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Nothing pre-recorded — what you see is what runs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Shout a question; we will test it on the agent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it fails, we debug live — that is the lesson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Screenshare covers WhatsApp Web and the agent console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may note timestamps; we will replay the log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Demo starts in 5 minutes — questions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39C12"/>
                </a:solidFill>
                <a:latin typeface="Calibri"/>
              </a:rPr>
              <a:t>LIVE DEMO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Your AI son answers on WhatsApp — screen shared, nothing pre-recorded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I send a real WhatsApp message to the agent, live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You watch it think, act, and reply in real time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We break one thing on purpose — and watch it recover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Note the loop: my message → think → act → observe → reply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Questions shouted out are tested live,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DEMO DEBRIEF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What Just Happened in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message arrived — that was the trigger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brain read it and planned one step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tool did the work; the loop observed the result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reply you saw was chosen, not canned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When the tool failed, the loop retried another path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That is the whole trick — now you have seen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RECAP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Anatomy Recap — Say It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BRAIN — the model that reasons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TOOLS — the functions that act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LOOP — goal → think → act → observe → repeat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TRIGGER — what wakes the agent up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GUARDRAILS — the walls you build around it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Next session: you build one,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HOMEWORK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Homework — Your 3 Wish-Tasks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3 tasks you wish an agent did for you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Make them concrete: who, what, when, how often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Example: 'reply to price enquiries every evening 8 PM'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For each, list what tools it would need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Bring them next Sunday — S2 builds task #1 live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them in the workbook, page 'Session 1'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1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Session 1 —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An agent = brain + tools + loop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chat answers; an agent finishes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saw a real agent answer on WhatsApp, live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can name every part of the anatomy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Homework: 3 wish-tasks, written, concrete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Next: Build Your First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SESSION 2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8"/>
                </a:solidFill>
                <a:latin typeface="Calibri"/>
              </a:rPr>
              <a:t>Build Your First Agent — the loop, the tools, the live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39C12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39C12"/>
                </a:solidFill>
                <a:latin typeface="Calibri"/>
              </a:rPr>
              <a:t>SESSION 2 OF 4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Build Your First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51760"/>
            <a:ext cx="2011680" cy="6400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The loop, step by step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Tools are just functions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LIVE BUILD: pseudocode on screen, together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Prompt = instructions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Guardrails: how not to get burned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Homework: finish and run yours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RECAP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Recap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Agent = brain + tools + loop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brain thinks, the tools act, the loop repeats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wrote 3 wish-tasks for homework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Today we build wish-task #1 together, live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Everything today is pseudocode — plain English logic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Copy the pattern; the code can come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THE LOOP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The Loop — One More Time, Slower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GOAL → THINK → ACT → OBSERVE → REPEAT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Every agent in the world runs some version of this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loop is boring — and that is the point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Boring loops are debuggable loops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your agent misbehaves, you read the loop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Today you write this loop with your own hands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LOOP 1/5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Loop Step —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goal is a finish line, not a wish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Bad goal: 'handle my customers'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Good goal: 'reply to every unanswered price message'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goals as: trigger + action + done-condition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you cannot say when it is done, it is not a goal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loop checks the goal after every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LOOP 2/5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Loop Step —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brain asks: what is the next single step?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looks at the goal and what it has observed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picks one tool — never five at once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writes the exact inputs the tool needs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Small steps are safe steps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This is where prompts do their quiet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LOOP 3/5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Loop Step —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One tool call, with real inputs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act either works or fails — both are fine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Failures are data, not disasters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Never let one act delete or send irreversible things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Irreversible acts need your approval (S3)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Log every act — you will thank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LOOP 4/5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Loop Step —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Read what the tool returned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Success? Update progress toward the goal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Error? Read it, adjust, try a different path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observation becomes the brain's next input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Agents die when nobody reads the errors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Observe honestly — do not assume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LOOP 5/5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Loop Step — REPEAT (and when to STOP)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Repeat until the goal's done-condition is true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Always set a max: N steps or T minutes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stop-condition = infinite loop = chaos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stuck twice: stop and ask a human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'Ask a human' is also a tool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Stopping well is a skill, not a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TOOLS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Tools Are Just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function = name + inputs + output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send_whatsapp(number, text) → message_id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read_file(path) → text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search_web(query) → results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add_note(title, body) → saved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you can write the name and inputs, you can design a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TOOLS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Designing a Tool — the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ONE job per tool — do not build a Swiss knife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Name it as a verb: send_, read_, search_, add_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Inputs must be simple: text, number, path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Output must be readable by the brain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Decide its failure story: what does it return on error?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will reuse tools across every future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LIVE BUILD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LIVE BUILD — What We Are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AGENT: 'Evening Reply Bot'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GOAL: every unanswered price enquiry gets a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  polite reply the same evening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TRIGGER: 8:00 PM daily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TOOLS: read_messages(), reply_whatsapp(),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   log_sheet(), ask_human()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GUARDRAILS: never quote discounts, never promise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  dates — escalate those to a 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LIVE BUILD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LIVE BUILD — Pseudocode 1: the Skeleton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agent = Agent(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brain  = model(),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prompt = INSTRUCTIONS,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tools  = [read_messages, reply_whatsapp,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          log_sheet, ask_human],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stop   = max_steps(10)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# That's it. Everything else is detail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# inside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LIVE BUILD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LIVE BUILD — Pseudocode 2: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while not goal_done and steps &lt; 10: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step   = brain.think(goal, history)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result = act(step.tool, step.inputs)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history.append(observe(result))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if result looks wrong: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       history.append(ask_human(result))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log_sheet.write('done:', goal_done)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LIVE BUILD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LIVE BUILD — Pseudocode 3: the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INSTRUCTIONS = '''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You are Evening Reply Bot for &lt;business&gt;.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Goal: reply to unanswered price enquiries.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Tone: warm, short, human. Bengali or English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as the customer used.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NEVER: discounts, dates, promises, legal talk.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If asked for those → ask_human().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Always log every reply with log_sheet().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CE3B0"/>
                </a:solidFill>
                <a:latin typeface="Consolas"/>
              </a:rPr>
              <a:t>'''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PROMPTS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Prompt = Instructions — Write Like a Boss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prompt is the agent's job description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Say WHO it is, WHAT the goal is, HOW to speak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List the NEVERs as hard rules, not hints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Give one worked example inside the prompt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Short prompts beat essays — clarity beats length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Rewrite the prompt whenever behaviour is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GUARDRAILS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Guardrails — How Not to Get Burned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Scope lock: only the tools this job needs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cap: max 10 steps, then stop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Human gate: irreversible acts need approval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secrets in prompts — keys stay in config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Dry-run mode: rehearse before it touches reality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safe agent is a boring agent — keep it boring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HOMEWORK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Homework —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Take wish-task #1 from your S1 homework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its GOAL in trigger + action + done form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List its tools (names + inputs + outputs)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its 8–12 line instruction prompt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the loop pseudocode — copy today's pattern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Bring it Sunday: S3 puts it on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2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Session 2 —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GOAL → THINK → ACT → OBSERVE → REPEAT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Tools are functions with one job each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wrote a full agent in pseudocode today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prompt is the boss's voice — write it clearly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Guardrails make agents safe and boring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Next: Agents on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SESSION 3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8"/>
                </a:solidFill>
                <a:latin typeface="Calibri"/>
              </a:rPr>
              <a:t>Agents on WhatsApp — where India lives, your agent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9E6A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9E6A"/>
                </a:solidFill>
                <a:latin typeface="Calibri"/>
              </a:rPr>
              <a:t>SESSION 3 OF 4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Agents on WhatsApp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51760"/>
            <a:ext cx="2011680" cy="64008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WhatsApp = where India lives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The zero-cost stack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Architecture: WhatsApp Web → bridge → agent → tools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LIVE DEMO: end to end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Safety: identity, pacing, human approval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Homework: connect yours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RECAP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Recap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wrote goal, tools, loop, and prompt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agent exists — on paper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Today it gets a body: WhatsApp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Zero-cost stack — nothing to buy today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will see the full round trip, live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Bring your homework — you will map it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WHY WHATSAPP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WhatsApp = Where India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500M+ Indians open it every single day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customer, your uncle, your supplier — all there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app install, no onboarding, no training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Messages feel personal — replies get read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An agent on WhatsApp works where attention already is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That is distribution most startups dream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WHY WHATSAPP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Why Not Build an App Instead?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Apps cost money: hosting, updates, store reviews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Apps need install — the death step for users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WhatsApp needs nothing new from your user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agent ships in days, not months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Later, an app can come — later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First make something people already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STACK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The Zero-Cost Stack — Today's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WhatsApp Web — the surface you already know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An MCP bridge — connects WhatsApp to the agent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agent core — your S2 loop + prompt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Tools — read_messages, reply, log, ask_human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laptop — the whole thing runs on it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Total cost today: zero rupees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ARCHITECTURE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Architecture — the Full Round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1. Customer's message lands on WhatsApp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2. WhatsApp Web mirrors it to your machine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3. The MCP bridge hands it to the agent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4. The agent loop: think → act → observe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5. Reply travels back through the same bridge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6. Customer sees a reply — seconds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ARCHITECTURE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Architecture — the Bridge, Piece by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bridge watches WhatsApp Web for new messages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converts each message into a clean event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passes the event to the agent core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takes the agent's reply and sends it back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also logs everything for your review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Bridge = postman: it carries, never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ARCHITECTURE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Architecture — the Agent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Receives the event: who wrote, what they wrote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Loads your prompt — its job description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Thinks: is a reply needed? what should it say?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Acts through tools — reply, log, or ask_human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Observes the result of every act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Same loop from S2 — nothing new to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PERSONALITY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Choosing Your Agent's Personality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Name it — agents with names get better prompts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Voice: warm and short, like a trusted assistant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Language: mirror the customer — Bengali or English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Boundaries: it never promises, never negotiates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Signature: how it introduces itself, once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Personality is a prompt decision, not a vibe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SETUP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Setup Walkthrough — Before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1: WhatsApp Web linked on the host laptop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2: bridge started, watching for new messages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3: agent core loaded with prompt + tools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4: test message from a second phone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5: console shows trigger → think → act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Five steps, five minutes, zero installs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39C12"/>
                </a:solidFill>
                <a:latin typeface="Calibri"/>
              </a:rPr>
              <a:t>LIVE DEMO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End to end, live: a customer writes → your agent answers → logs the reply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A real number sends a real price enquiry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The bridge fires; the agent thinks on screen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You see the tool call and the reply drafted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Reply lands back on the customer's WhatsApp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We flip on 'ask_human' — watch it escalate a discount ask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EEF6"/>
                </a:solidFill>
                <a:latin typeface="Calibri"/>
              </a:rPr>
              <a:t>•  Then we break the bridge — and watch the failure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DEMO DEBRIEF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What to Watch in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trigger: how fast the bridge notices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think step: the agent's plan, out loud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act: one tool, clean inputs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observe: what came back, and what it did next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escalate: ask_human firing at the right time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Sketch this flow in your workbook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SAFETY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Safety 1 — Identity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agent says it is an assistant — never a human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It introduces itself once, clearly, by name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Never uses your personal photo as its avatar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Never claims feelings, health, or family emergencies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One identity, consistent everywhere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Trust is the product — do not counterfeit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SAFETY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Safety 2 — Pacing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reply storms: one reply per customer message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Night mode: the agent sleeps when you sleep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Rate limit: max N messages per minute, hard-coded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New contacts: slower, gentler first touches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broadcasts to strangers — ever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Calm agents keep their numbers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SAFETY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Safety 3 — 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Irreversible acts need a human yes: payments, promises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Discounts, dates, refunds, commitments → ask_human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approval lands on YOUR WhatsApp — one tap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No answer in 15 minutes → agent waits, does not guess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Approval log reviewed weekly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are the boss; the agent knows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TROUBLESHOOTING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Common Failure Modes — and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Agent loops forever → step cap + stop conditions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Replies feel robotic → rewrite prompt with examples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Bridge misses messages → check WhatsApp Web login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Agent hallucinates prices → give it a price tool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Too many tool calls → one job per tool, stricter prompt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Every failure is a prompt or a tool, not a mystery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HOMEWORK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Homework — 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Map YOUR wish-task onto this architecture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Write its trigger: what wakes it up?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List its guardrails: NEVERs, caps, human gates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Draft its first message (identity intro, 2 lines)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Sketch the round trip for your task in the workbook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Next Sunday: we ship it and talk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E9E6A"/>
                </a:solidFill>
                <a:latin typeface="Calibri"/>
              </a:rPr>
              <a:t>SESSION 3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Session 3 — In One Breath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WhatsApp is distribution you already own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Bridge carries; the agent decides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Zero-cost stack runs on your laptop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Identity, pacing, approval — the three safety walls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saw the full round trip, live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Next: Ship It &amp; 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SESSION 4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8"/>
                </a:solidFill>
                <a:latin typeface="Calibri"/>
              </a:rPr>
              <a:t>Ship It &amp; Earn — deployment, cost truth, and your first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39C12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39C12"/>
                </a:solidFill>
                <a:latin typeface="Calibri"/>
              </a:rPr>
              <a:t>SESSION 4 OF 4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Ship It &amp; 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51760"/>
            <a:ext cx="2011680" cy="6400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Deployment: laptop → always-on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Cost truth: zero-cost vs API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Three ways to earn from agents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Certificates + next cohort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Your 30-day map, reviewed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DDE6F2"/>
                </a:solidFill>
                <a:latin typeface="Calibri"/>
              </a:rPr>
              <a:t>•  Stay hungry, stay foolish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RECAP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Recap — the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S1: what an agent is — brain + tools + loop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S2: you built one in pseudocode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S3: you put it on WhatsApp, safely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S4 today: make it run without you — and earn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are 4 Sundays in and past most people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Today is about finishing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DEPLOY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Deployment — From Laptop to Always-On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Stage 1: your laptop (learning — fine for now)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Stage 2: an old machine at home, always plugged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Stage 3: a tiny free-tier cloud box, when earning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Deployment = agent + bridge running headless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Add a watchdog: if it dies, it restarts itself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Ship stage 2 this week — stage 3 when a client pays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DEPLOY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Deployment Checklist — Before You Call It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Restarts on its own after a crash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Logs to a file you actually read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Step caps and human gates still 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can pause it with one command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friend tested it and could not break it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If all six tick: it is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COST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Cost Truth — the Zero-Cost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WhatsApp Web route: zero rupees in tooling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Runs on hardware you already own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Free-tier model access while you learn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True cost: your time — spend it on prompts and tools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Perfect for learning and first clients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Know its limits: one number, one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COST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Cost Truth — When APIs 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Official APIs cost per message and per token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They buy: scale, reliability, higher limits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Rule: pay only when a paying client needs it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One client's fees should fit inside their fee to you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Track cost per conversation from day one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Never subsidise a client's volume from your pocket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COST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When to Pay and When Not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Learning → zero-cost, always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First 1–2 clients → still zero-cost if it holds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 client with real volume → API, billed to them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Boring reliability problem → pay for boring reliability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Never pay for shiny — pay for stuck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Cost review every month, on the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EARN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Earn 1 — Freelance: Build Agents for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Small businesses drown in repetitive WhatsApp work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Offer: 'I build a reply agent for your business'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Deliverable: one agent, one trigger, three guardrails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First gig: do it cheap or free for a testimonial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Second gig onward: charge properly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S2–S3 homework is literally the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EARN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Earn 2 — Business Automation: Agent-in-Residence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own shop, firm, or family business first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Automate: enquiries, follow-ups, reminders, records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Measure hours saved per week — write it down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Hours saved = money you can now go earn elsewhere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This is your testing ground with zero pressure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Every saved hour becomes a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EARN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Earn 3 — Agent-as-a-Service: Monthly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keep the agent running; client pays monthly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Offer: setup fee + monthly care (updates, logs, fixes)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Ten small clients beat one big gamble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Contracts: scope, response time, what is NEVER included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Renewal is the real business — care well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This is how one agent becomes a salary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EARN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Pricing Your First Gig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Price the outcome, not your hours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Ask: how many hours does this task eat monthly?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Starter band: setup fee + small monthly care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Under-price once for the testimonial — once only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Raise price with every third client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Never compete to the bottom — compete on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EARN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Finding Your First Three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Client 1: a business you already know — family, friend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Client 2: their referral — ask for it explicitly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Client 3: your local market — one honest demo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Lead with the demo, not the technology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'Watch it answer' closes; slides do not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Your WhatsApp demo from S3 is the whole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Certificates — Cohort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Certificate = you attended + you shipped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Attendance: all 4 sessions or watched recordings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Shipping: your agent ran and did one real task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Submit: goal, tools list, prompt, one screenshot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Certificates carry the cohort date and your name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This is a portfolio piece, not a participation trophy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Your 30-Day Map — Reviewed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Week 1: anatomy + 3 wish-tasks (done)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Week 2: build in pseudocode (done)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Week 3: WhatsApp + safety (done)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Week 4: ship + first client conversation (now)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Day 30: one working agent, one real user, one invoice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Print this page; tick boxes as you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Next Cohort — 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Cohort 2 goes deeper: real code, real APIs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New sessions: multi-agent teams, memory, evaluation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Cohort 1 graduates get the alumni rate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Refer a paying student — earn your first referral fee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Teaching what you learned cements it — come assist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school grows only if you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7772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39C12"/>
                </a:solidFill>
                <a:latin typeface="Calibri"/>
              </a:rPr>
              <a:t>SESSION 4 • CLOSE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52C51"/>
                </a:solidFill>
                <a:latin typeface="Calibri"/>
              </a:rPr>
              <a:t>Stay Hungry, Stay Foolish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You started with a wish-list; you leave with an agent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loop you learned builds more than software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Goal → think → act → observe → repeat — run YOUR week on it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Ship weekly. Talk to users. Fix what breaks.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The next tool will change; the anatomy will not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•  Stay hungry. Stay foolish.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C9D6E8"/>
                </a:solidFill>
                <a:latin typeface="Calibri"/>
              </a:rPr>
              <a:t>AGENT SCHOOL — COHORT 1 · You are now the person who builds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39C12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9C4D6"/>
                </a:solidFill>
                <a:latin typeface="Calibri"/>
              </a:rPr>
              <a:t>AGENT SCHOOL — COHORT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B9C4D6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